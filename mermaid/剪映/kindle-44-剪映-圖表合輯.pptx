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333333"/>
                </a:solidFill>
              </a:defRPr>
            </a:pPr>
            <a:r>
              <a:rPr sz="2600" b="1">
                <a:solidFill>
                  <a:srgbClr val="333333"/>
                </a:solidFill>
              </a:rPr>
              <a:t>1. 心智圖</a:t>
            </a:r>
          </a:p>
        </p:txBody>
      </p:sp>
      <p:pic>
        <p:nvPicPr>
          <p:cNvPr id="3" name="Picture 2" descr="1-心智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79844"/>
            <a:ext cx="11643055" cy="51383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333333"/>
                </a:solidFill>
              </a:defRPr>
            </a:pPr>
            <a:r>
              <a:rPr sz="2600" b="1">
                <a:solidFill>
                  <a:srgbClr val="333333"/>
                </a:solidFill>
              </a:rPr>
              <a:t>2. 學習流程圖</a:t>
            </a:r>
          </a:p>
        </p:txBody>
      </p:sp>
      <p:pic>
        <p:nvPicPr>
          <p:cNvPr id="3" name="Picture 2" descr="2-學習流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1481" y="914399"/>
            <a:ext cx="1888732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333333"/>
                </a:solidFill>
              </a:defRPr>
            </a:pPr>
            <a:r>
              <a:rPr sz="2600" b="1">
                <a:solidFill>
                  <a:srgbClr val="333333"/>
                </a:solidFill>
              </a:rPr>
              <a:t>3. 架構分層圖</a:t>
            </a:r>
          </a:p>
        </p:txBody>
      </p:sp>
      <p:pic>
        <p:nvPicPr>
          <p:cNvPr id="3" name="Picture 2" descr="3-架構分層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7065" y="914399"/>
            <a:ext cx="4357564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333333"/>
                </a:solidFill>
              </a:defRPr>
            </a:pPr>
            <a:r>
              <a:rPr sz="2600" b="1">
                <a:solidFill>
                  <a:srgbClr val="333333"/>
                </a:solidFill>
              </a:rPr>
              <a:t>4. 能力堆疊圖</a:t>
            </a:r>
          </a:p>
        </p:txBody>
      </p:sp>
      <p:pic>
        <p:nvPicPr>
          <p:cNvPr id="3" name="Picture 2" descr="4-能力堆疊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231" y="914399"/>
            <a:ext cx="4685233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333333"/>
                </a:solidFill>
              </a:defRPr>
            </a:pPr>
            <a:r>
              <a:rPr sz="2600" b="1">
                <a:solidFill>
                  <a:srgbClr val="333333"/>
                </a:solidFill>
              </a:rPr>
              <a:t>5. 概念關係圖</a:t>
            </a:r>
          </a:p>
        </p:txBody>
      </p:sp>
      <p:pic>
        <p:nvPicPr>
          <p:cNvPr id="3" name="Picture 2" descr="5-概念關係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83735"/>
            <a:ext cx="11643055" cy="19306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